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652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187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806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10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479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815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551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2374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182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5701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42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2ED7C9-DD54-4262-A2E7-1FB1E5652297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976AAE-C49B-4E54-91BB-7DD0CF0D6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559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66ED32-707D-4927-8E20-3635068D81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6700" y="0"/>
            <a:ext cx="2286000" cy="6858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C5904F5-A369-45B7-9C05-7D16C724196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25" y="0"/>
            <a:ext cx="228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1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B6BA324-AAFD-4A37-96E0-43EACA9C9F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7150" y="0"/>
            <a:ext cx="5143500" cy="6858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C8D53D-5427-466C-9118-75CBEDE26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690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0</Words>
  <Application>Microsoft Office PowerPoint</Application>
  <PresentationFormat>A4 용지(210x297mm)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창순 박</dc:creator>
  <cp:lastModifiedBy>창순 박</cp:lastModifiedBy>
  <cp:revision>2</cp:revision>
  <dcterms:created xsi:type="dcterms:W3CDTF">2026-09-07T08:16:04Z</dcterms:created>
  <dcterms:modified xsi:type="dcterms:W3CDTF">2026-09-07T08:24:27Z</dcterms:modified>
</cp:coreProperties>
</file>