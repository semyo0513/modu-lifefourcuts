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ED7C9-DD54-4262-A2E7-1FB1E565229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6AAE-C49B-4E54-91BB-7DD0CF0D6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65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ED7C9-DD54-4262-A2E7-1FB1E565229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6AAE-C49B-4E54-91BB-7DD0CF0D6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87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ED7C9-DD54-4262-A2E7-1FB1E565229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6AAE-C49B-4E54-91BB-7DD0CF0D6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806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ED7C9-DD54-4262-A2E7-1FB1E565229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6AAE-C49B-4E54-91BB-7DD0CF0D6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1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ED7C9-DD54-4262-A2E7-1FB1E565229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6AAE-C49B-4E54-91BB-7DD0CF0D6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7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ED7C9-DD54-4262-A2E7-1FB1E565229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6AAE-C49B-4E54-91BB-7DD0CF0D6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81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ED7C9-DD54-4262-A2E7-1FB1E565229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6AAE-C49B-4E54-91BB-7DD0CF0D6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55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ED7C9-DD54-4262-A2E7-1FB1E565229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6AAE-C49B-4E54-91BB-7DD0CF0D6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374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ED7C9-DD54-4262-A2E7-1FB1E565229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6AAE-C49B-4E54-91BB-7DD0CF0D6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8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ED7C9-DD54-4262-A2E7-1FB1E565229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6AAE-C49B-4E54-91BB-7DD0CF0D6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70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ED7C9-DD54-4262-A2E7-1FB1E565229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6AAE-C49B-4E54-91BB-7DD0CF0D6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42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ED7C9-DD54-4262-A2E7-1FB1E565229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76AAE-C49B-4E54-91BB-7DD0CF0D6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55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566ED32-707D-4927-8E20-3635068D8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6700" y="0"/>
            <a:ext cx="2286000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B56F953-D9BD-45D6-862B-439590B0CB3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690" y="0"/>
            <a:ext cx="2286000" cy="6858000"/>
          </a:xfrm>
          <a:prstGeom prst="rect">
            <a:avLst/>
          </a:prstGeom>
          <a:noFill/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16DB759-92CF-4899-A11C-DFFF8C14217B}"/>
              </a:ext>
            </a:extLst>
          </p:cNvPr>
          <p:cNvGrpSpPr/>
          <p:nvPr/>
        </p:nvGrpSpPr>
        <p:grpSpPr>
          <a:xfrm>
            <a:off x="796925" y="0"/>
            <a:ext cx="2286000" cy="6858000"/>
            <a:chOff x="796925" y="0"/>
            <a:chExt cx="2286000" cy="68580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C5904F5-A369-45B7-9C05-7D16C7241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925" y="0"/>
              <a:ext cx="2286000" cy="6858000"/>
            </a:xfrm>
            <a:prstGeom prst="rect">
              <a:avLst/>
            </a:prstGeom>
          </p:spPr>
        </p:pic>
        <p:pic>
          <p:nvPicPr>
            <p:cNvPr id="1026" name="Picture 2" descr="투바투 데뷔 5주년 기념 인생네컷 프레임 #투모로우바이투게더 #투바투인생네컷 #투바투프레임 #투바투 #TXT  #TOMORROW_X_TOGETHER #수빈 #SOOBIN #연준 #YEONJUN #범규 #BEOMGYU #태현 #TAEHYUN  #휴닝카이 #HUENINGKAI #모아 #MOA #kpop #kpopidol #idol #idolissue ...">
              <a:extLst>
                <a:ext uri="{FF2B5EF4-FFF2-40B4-BE49-F238E27FC236}">
                  <a16:creationId xmlns:a16="http://schemas.microsoft.com/office/drawing/2014/main" id="{91E20B72-7006-461E-9D9F-8A3B67D32D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986" b="89820" l="13283" r="46366">
                          <a14:foregroundMark x1="34837" y1="29142" x2="36591" y2="40719"/>
                          <a14:foregroundMark x1="31078" y1="6986" x2="38847" y2="14970"/>
                          <a14:foregroundMark x1="38847" y1="14970" x2="39850" y2="17166"/>
                          <a14:foregroundMark x1="33083" y1="72255" x2="42356" y2="81038"/>
                          <a14:foregroundMark x1="28571" y1="80439" x2="30827" y2="82435"/>
                          <a14:foregroundMark x1="41855" y1="71457" x2="44361" y2="73852"/>
                          <a14:foregroundMark x1="41353" y1="71657" x2="43358" y2="73054"/>
                          <a14:foregroundMark x1="33028" y1="53936" x2="35840" y2="60279"/>
                          <a14:foregroundMark x1="35840" y1="46906" x2="35840" y2="46906"/>
                          <a14:foregroundMark x1="37845" y1="46906" x2="42857" y2="48703"/>
                          <a14:foregroundMark x1="32080" y1="46707" x2="33835" y2="46906"/>
                          <a14:foregroundMark x1="31078" y1="34930" x2="31078" y2="34930"/>
                          <a14:foregroundMark x1="27318" y1="78044" x2="27318" y2="78044"/>
                          <a14:backgroundMark x1="35338" y1="48902" x2="35529" y2="49024"/>
                          <a14:backgroundMark x1="35280" y1="45261" x2="39195" y2="4567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44" r="49332" b="11006"/>
            <a:stretch/>
          </p:blipFill>
          <p:spPr bwMode="auto">
            <a:xfrm>
              <a:off x="1260909" y="88329"/>
              <a:ext cx="1822016" cy="6562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6661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B6BA324-AAFD-4A37-96E0-43EACA9C9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150" y="0"/>
            <a:ext cx="5143500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3C8D53D-5427-466C-9118-75CBEDE26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90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0</Words>
  <Application>Microsoft Office PowerPoint</Application>
  <PresentationFormat>A4 용지(210x297mm)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창순 박</dc:creator>
  <cp:lastModifiedBy>창순 박</cp:lastModifiedBy>
  <cp:revision>5</cp:revision>
  <dcterms:created xsi:type="dcterms:W3CDTF">2026-09-07T08:16:04Z</dcterms:created>
  <dcterms:modified xsi:type="dcterms:W3CDTF">2026-09-08T00:19:18Z</dcterms:modified>
</cp:coreProperties>
</file>